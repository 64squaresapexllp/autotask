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frame: this is not a modelling nicety layered on top of the AI concept — it is the concept. Every use case in the discussion brief is a graph traversal, and without a shared representation of what a device, port, PON, path, service and subscriber are, a language model is left inferring topology from alarm text. Four deliverables exist today: the model, the implementable schema, working code, and a bounded scope for proving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fourth stat, not the first: services off their intended path is the one that surfaces a class of risk nothing in the current toolset reports. The first three make existing work faster; that one shows something new. Be explicit that the numbers come from a demo dataset — real models, counts and releases from the assessment, placeholder identifiers below device level. Close on the two blockers: the assessment is three months old, and identity-resolution precedence is a CTTC decision that gates every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CTTC NETWORK ONTOLOGY   ·   WORKING MODEL v0.1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graph of the network,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database.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95728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CTTC's topology can be represented as an ontology, and the assessment materials already contain enough structure to seed one.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ontology is the missing piece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“the data exists in nine systems” and “the AI layer can explain what just happened.”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75888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 in the discussion brief resolves to a graph traversal — related alarms share an ancestor, customer impact is a walk from a port to its services, blast radius is a node removed and reachability recomputed.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7772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EACH BINDING TO THE ONE BELOW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22008" y="1444752"/>
            <a:ext cx="0" cy="493776"/>
          </a:xfrm>
          <a:prstGeom prst="line">
            <a:avLst/>
          </a:prstGeom>
          <a:noFill/>
          <a:ln w="9525">
            <a:solidFill>
              <a:srgbClr val="A79AEE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316736"/>
            <a:ext cx="128016" cy="128016"/>
          </a:xfrm>
          <a:prstGeom prst="ellipse">
            <a:avLst/>
          </a:prstGeom>
          <a:solidFill>
            <a:srgbClr val="A79A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50608" y="12070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71232" y="1188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Inferred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50608" y="1444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domains · blast radius · risk findings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22008" y="2066544"/>
            <a:ext cx="0" cy="493776"/>
          </a:xfrm>
          <a:prstGeom prst="line">
            <a:avLst/>
          </a:prstGeom>
          <a:noFill/>
          <a:ln w="9525">
            <a:solidFill>
              <a:srgbClr val="DFA35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1938528"/>
            <a:ext cx="128016" cy="128016"/>
          </a:xfrm>
          <a:prstGeom prst="ellipse">
            <a:avLst/>
          </a:prstGeom>
          <a:solidFill>
            <a:srgbClr val="DFA35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1828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71232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20665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· tickets · changes · versions · defects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22008" y="2688336"/>
            <a:ext cx="0" cy="493776"/>
          </a:xfrm>
          <a:prstGeom prst="line">
            <a:avLst/>
          </a:prstGeom>
          <a:noFill/>
          <a:ln w="9525">
            <a:solidFill>
              <a:srgbClr val="4FC7CE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2560320"/>
            <a:ext cx="128016" cy="128016"/>
          </a:xfrm>
          <a:prstGeom prst="ellipse">
            <a:avLst/>
          </a:prstGeom>
          <a:solidFill>
            <a:srgbClr val="4FC7C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50608" y="24505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571232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26883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ordered paths · subscribers · SLAs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22008" y="3310128"/>
            <a:ext cx="0" cy="493776"/>
          </a:xfrm>
          <a:prstGeom prst="line">
            <a:avLst/>
          </a:prstGeom>
          <a:noFill/>
          <a:ln w="9525">
            <a:solidFill>
              <a:srgbClr val="4FC7CE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3182112"/>
            <a:ext cx="128016" cy="128016"/>
          </a:xfrm>
          <a:prstGeom prst="ellipse">
            <a:avLst/>
          </a:prstGeom>
          <a:solidFill>
            <a:srgbClr val="4FC7C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50608" y="30723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571232" y="3054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3310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 trees · EVPN · VRFs · the ERPS ring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0" y="3803904"/>
            <a:ext cx="128016" cy="128016"/>
          </a:xfrm>
          <a:prstGeom prst="ellipse">
            <a:avLst/>
          </a:prstGeom>
          <a:solidFill>
            <a:srgbClr val="4FC7C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50608" y="369417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571232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50608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· chassis · ports · optics · fibre · ONTs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43159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4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is forced: no blast radius without service paths, no service paths without ports and adjacencies.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074920"/>
            <a:ext cx="2606040" cy="1298448"/>
          </a:xfrm>
          <a:prstGeom prst="roundRect">
            <a:avLst>
              <a:gd name="adj" fmla="val 2817"/>
            </a:avLst>
          </a:prstGeom>
          <a:solidFill>
            <a:srgbClr val="18272B"/>
          </a:solidFill>
          <a:ln w="12700">
            <a:solidFill>
              <a:srgbClr val="2437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5321808"/>
            <a:ext cx="118872" cy="118872"/>
          </a:xfrm>
          <a:prstGeom prst="ellipse">
            <a:avLst/>
          </a:prstGeom>
          <a:solidFill>
            <a:srgbClr val="4FC7C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8680" y="52486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Ontology model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5596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a fifteen-class spine, class reference, and the seven decisions that are expensive to reverse.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37560" y="5074920"/>
            <a:ext cx="2606040" cy="1298448"/>
          </a:xfrm>
          <a:prstGeom prst="roundRect">
            <a:avLst>
              <a:gd name="adj" fmla="val 2817"/>
            </a:avLst>
          </a:prstGeom>
          <a:solidFill>
            <a:srgbClr val="18272B"/>
          </a:solidFill>
          <a:ln w="12700">
            <a:solidFill>
              <a:srgbClr val="2437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38728" y="5321808"/>
            <a:ext cx="118872" cy="118872"/>
          </a:xfrm>
          <a:prstGeom prst="ellipse">
            <a:avLst/>
          </a:prstGeom>
          <a:solidFill>
            <a:srgbClr val="4FC7C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749040" y="52486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schema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3538728" y="5596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labels, 18 relationship types, constraints, and six Cypher queries that answer real CTTC questions.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5074920"/>
            <a:ext cx="2606040" cy="1298448"/>
          </a:xfrm>
          <a:prstGeom prst="roundRect">
            <a:avLst>
              <a:gd name="adj" fmla="val 2817"/>
            </a:avLst>
          </a:prstGeom>
          <a:solidFill>
            <a:srgbClr val="18272B"/>
          </a:solidFill>
          <a:ln w="12700">
            <a:solidFill>
              <a:srgbClr val="2437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9088" y="5321808"/>
            <a:ext cx="118872" cy="118872"/>
          </a:xfrm>
          <a:prstGeom prst="ellipse">
            <a:avLst/>
          </a:prstGeom>
          <a:solidFill>
            <a:srgbClr val="4FC7C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629400" y="52486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Loader + explorer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6419088" y="5596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loader for Neo4j and a self-contained interactive topology view of the whole network.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098280" y="5074920"/>
            <a:ext cx="2606040" cy="1298448"/>
          </a:xfrm>
          <a:prstGeom prst="roundRect">
            <a:avLst>
              <a:gd name="adj" fmla="val 2817"/>
            </a:avLst>
          </a:prstGeom>
          <a:solidFill>
            <a:srgbClr val="18272B"/>
          </a:solidFill>
          <a:ln w="12700">
            <a:solidFill>
              <a:srgbClr val="2437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99448" y="5321808"/>
            <a:ext cx="118872" cy="118872"/>
          </a:xfrm>
          <a:prstGeom prst="ellipse">
            <a:avLst/>
          </a:prstGeom>
          <a:solidFill>
            <a:srgbClr val="4FC7C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509760" y="52486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 Angelo scope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9299448" y="5596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Six-week bounded proof of value on one aggregation path, with a real decision gate.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SURFACES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that take an engineer an afternoon become one traversal.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703320" cy="1371600"/>
          </a:xfrm>
          <a:prstGeom prst="roundRect">
            <a:avLst>
              <a:gd name="adj" fmla="val 2667"/>
            </a:avLst>
          </a:prstGeom>
          <a:solidFill>
            <a:srgbClr val="F1F6F6"/>
          </a:solidFill>
          <a:ln w="12700">
            <a:solidFill>
              <a:srgbClr val="D8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0025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0939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 their model's release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06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 Angelo MX304 on 22.3R3, and two ACX units two trains back on 21.4R3 — from inventory data alone.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703320" cy="1371600"/>
          </a:xfrm>
          <a:prstGeom prst="roundRect">
            <a:avLst>
              <a:gd name="adj" fmla="val 2667"/>
            </a:avLst>
          </a:prstGeom>
          <a:solidFill>
            <a:srgbClr val="F1F6F6"/>
          </a:solidFill>
          <a:ln w="12700">
            <a:solidFill>
              <a:srgbClr val="D8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0025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59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0939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on defect-affected software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606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San Angelo was downgraded away from is still running everywhere else. Nobody spots that in a spreadsheet.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47288"/>
            <a:ext cx="3703320" cy="1371600"/>
          </a:xfrm>
          <a:prstGeom prst="roundRect">
            <a:avLst>
              <a:gd name="adj" fmla="val 2667"/>
            </a:avLst>
          </a:prstGeom>
          <a:solidFill>
            <a:srgbClr val="F1F6F6"/>
          </a:solidFill>
          <a:ln w="12700">
            <a:solidFill>
              <a:srgbClr val="D8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57530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64B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6667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ONTs narrowed to one uplink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417880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four-minute alarm cluster bounded to the OLT uplink — using three negative-evidence checks, not a guess.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34840" y="3447288"/>
            <a:ext cx="3703320" cy="1371600"/>
          </a:xfrm>
          <a:prstGeom prst="roundRect">
            <a:avLst>
              <a:gd name="adj" fmla="val 2667"/>
            </a:avLst>
          </a:prstGeom>
          <a:solidFill>
            <a:srgbClr val="F1F6F6"/>
          </a:solidFill>
          <a:ln w="12700">
            <a:solidFill>
              <a:srgbClr val="D8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36008" y="357530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59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6667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off their intended path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417880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Up, billing normally, riding an unprotected route. No alarm fires for this condition today.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0474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 a dataset built from the assessment's real models, counts and releases; identifiers below device level are placeholders.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58200" y="777240"/>
            <a:ext cx="3273552" cy="2286000"/>
          </a:xfrm>
          <a:prstGeom prst="roundRect">
            <a:avLst>
              <a:gd name="adj" fmla="val 1600"/>
            </a:avLst>
          </a:prstGeom>
          <a:solidFill>
            <a:srgbClr val="0F191D"/>
          </a:solidFill>
          <a:ln w="12700">
            <a:solidFill>
              <a:srgbClr val="0F191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59368" y="9601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 Angelo, end to end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659368" y="13716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weeks. Build L0–L2 for one aggregation path — deep enough to walk an engineer from a subscriber to a defect and back.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A2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it already holds two documented anomalies and exercises both vendors.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3310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5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STARTS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58200" y="3703320"/>
            <a:ext cx="3273552" cy="1847088"/>
          </a:xfrm>
          <a:prstGeom prst="roundRect">
            <a:avLst>
              <a:gd name="adj" fmla="val 1980"/>
            </a:avLst>
          </a:prstGeom>
          <a:solidFill>
            <a:srgbClr val="FBF3E6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59368" y="3877056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F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check.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is built from the 18 May review. Confirm the anomalies still hold.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F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precedence.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 wins per property when inventory, NMS, GIS and ticketing disagree. A CTTC decision — and nothing loads until it is made.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Innosquares  ·  companion pages: ontology model, graph schema, network explorer, San Angelo scope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CTTC Network Ontology</dc:title>
  <dc:subject>PptxGenJS Presentation</dc:subject>
  <dc:creator>Innosquares</dc:creator>
  <cp:lastModifiedBy>Innosquares</cp:lastModifiedBy>
  <cp:revision>1</cp:revision>
  <dcterms:created xsi:type="dcterms:W3CDTF">2026-08-26T04:29:42Z</dcterms:created>
  <dcterms:modified xsi:type="dcterms:W3CDTF">2026-08-26T04:29:42Z</dcterms:modified>
</cp:coreProperties>
</file>